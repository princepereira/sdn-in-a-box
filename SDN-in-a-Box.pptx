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990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3A1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SDN-in-a-Box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EC1F0"/>
                </a:solidFill>
              </a:rPr>
              <a:t>Rapid SDN Repro Lab for HNS / VFP MSRCs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6EC"/>
                </a:solidFill>
              </a:rPr>
              <a:t>One-click scripts that stand up a full SDN-like environment in minutes — not days.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C1F0"/>
                </a:solidFill>
              </a:rPr>
              <a:t>Prince Pereira, Windows Container Networking Team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29260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b="1" dirty="0">
                <a:solidFill>
                  <a:srgbClr val="1B2B3A"/>
                </a:solidFill>
              </a:rPr>
              <a:t>High inflow of MSRCs against core container-networking components — HNS and VFP.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1B2B3A"/>
                </a:solidFill>
              </a:rPr>
              <a:t>The majority are rooted in SDN scenarios.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1B2B3A"/>
                </a:solidFill>
              </a:rPr>
              <a:t>Reproducing them requires a real SDN setup, which is:</a:t>
            </a:r>
            <a:endParaRPr lang="en-US" sz="1800" dirty="0"/>
          </a:p>
          <a:p>
            <a:pPr marL="457200" lvl="1" indent="-2286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5B6B7B"/>
                </a:solidFill>
              </a:rPr>
              <a:t>Resource-heavy — many VMs and Physical Machines</a:t>
            </a:r>
            <a:endParaRPr lang="en-US" sz="1800" dirty="0"/>
          </a:p>
          <a:p>
            <a:pPr marL="457200" lvl="1" indent="-228600">
              <a:spcAft>
                <a:spcPts val="600"/>
              </a:spcAft>
              <a:buSzPct val="100000"/>
              <a:buChar char="–"/>
            </a:pPr>
            <a:r>
              <a:rPr lang="en-US" sz="1500" dirty="0">
                <a:solidFill>
                  <a:srgbClr val="5B6B7B"/>
                </a:solidFill>
              </a:rPr>
              <a:t>Slow and manual to bring up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b="1" dirty="0">
                <a:solidFill>
                  <a:srgbClr val="1B2B3A"/>
                </a:solidFill>
              </a:rPr>
              <a:t>Result: slow MSRC triage, delayed root-cause and fixes.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</a:rPr>
              <a:t>SDN-in-a-Box  |  Container Networking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</a:rPr>
              <a:t>The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29260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b="1" dirty="0">
                <a:solidFill>
                  <a:srgbClr val="1B2B3A"/>
                </a:solidFill>
              </a:rPr>
              <a:t>Scripts that spin up an SDN-similar setup quickly and repeatably.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1B2B3A"/>
                </a:solidFill>
              </a:rPr>
              <a:t>A Windows L1 Hyper-V VM hosting two Linux L2 VMs.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1B2B3A"/>
                </a:solidFill>
              </a:rPr>
              <a:t>L2 VMs attached to a virtual switch with the VFP extension enabled.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1B2B3A"/>
                </a:solidFill>
              </a:rPr>
              <a:t>Automation handles VM bring-up AND connectivity by programming VFP rules.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b="1" dirty="0">
                <a:solidFill>
                  <a:srgbClr val="1B2B3A"/>
                </a:solidFill>
              </a:rPr>
              <a:t>Turns a complex, multi-hour manual process into a two-step, minutes-long run.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</a:rPr>
              <a:t>SDN-in-a-Box  |  Container Networking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</a:rPr>
              <a:t>Architecture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29260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691640"/>
            <a:ext cx="10058400" cy="429768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Windows L1 Hyper-V VM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4160520"/>
            <a:ext cx="9326880" cy="777240"/>
          </a:xfrm>
          <a:prstGeom prst="round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41605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Virtual Switch  +  VFP Extension (rules programmed by script)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0" y="2468880"/>
            <a:ext cx="34747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3A1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11680" y="24688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</a:rPr>
              <a:t>Linux L2 VM #1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</a:rPr>
              <a:t>(cloud-init image)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468880"/>
            <a:ext cx="34747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3A1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4688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</a:rPr>
              <a:t>Linux L2 VM #2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</a:rPr>
              <a:t>(cloud-init image)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3840480"/>
            <a:ext cx="0" cy="32004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0" y="3840480"/>
            <a:ext cx="0" cy="32004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B"/>
                </a:solidFill>
              </a:rPr>
              <a:t>MobaXterm pre-configured on L1 for quick SSH access to both L2 Linux VMs.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</a:rPr>
              <a:t>SDN-in-a-Box  |  Container Networking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</a:rPr>
              <a:t>How It Works — Two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29260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57800" cy="448056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EB"/>
                </a:solidFill>
              </a:rPr>
              <a:t>STEP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</a:rPr>
              <a:t>Create the L1 Windows VM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4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.\Create-L1Vm-Windows.ps1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</a:rPr>
              <a:t>Creates the external switch (reuses Default Switch if present)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</a:rPr>
              <a:t>Brings up the Windows L1 VM &amp; enables required extensions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</a:rPr>
              <a:t>Creates the VFP-enabled virtual switch inside the VM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</a:rPr>
              <a:t>Installs MobaXterm for easy L2 access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</a:rPr>
              <a:t>Downloads the Linux cloud-init image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</a:rPr>
              <a:t>Copies L2 bring-up scripts into the VM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57800" cy="448056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13A1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10E"/>
                </a:solidFill>
              </a:rPr>
              <a:t>STEP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</a:rPr>
              <a:t>Create the L2 Linux VMs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4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.\Create-L2Vm-Linux.ps1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</a:rPr>
              <a:t>Brings up each Linux L2 VM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</a:rPr>
              <a:t>Programs VFP rules to enable connectivity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B3A"/>
                </a:solidFill>
              </a:rPr>
              <a:t>Registers the VMs in MobaXterm for one-click SSH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</a:rPr>
              <a:t>SDN-in-a-Box  |  Container Networking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</a:rPr>
              <a:t>Value &amp;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2926080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b="1" dirty="0">
                <a:solidFill>
                  <a:srgbClr val="1B2B3A"/>
                </a:solidFill>
              </a:rPr>
              <a:t>Minutes, not days — SDN repro environment on demand.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1B2B3A"/>
                </a:solidFill>
              </a:rPr>
              <a:t>Faster MSRC triage &amp; root-cause for HNS / VFP issues.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1B2B3A"/>
                </a:solidFill>
              </a:rPr>
              <a:t>Repeatable &amp; consistent — same topology every run, less human error.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1B2B3A"/>
                </a:solidFill>
              </a:rPr>
              <a:t>Lower resource footprint vs. a full SDN deployment.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1B2B3A"/>
                </a:solidFill>
              </a:rPr>
              <a:t>Low barrier to entry — two commands; MobaXterm access pre-wired.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800" b="1" dirty="0">
                <a:solidFill>
                  <a:srgbClr val="1B2B3A"/>
                </a:solidFill>
              </a:rPr>
              <a:t>Reusable for dev, testing and onboarding, beyond MSRCs.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B"/>
                </a:solidFill>
              </a:rPr>
              <a:t>SDN-in-a-Box  |  Container Networking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400</Words>
  <Application>Microsoft Office PowerPoint</Application>
  <PresentationFormat>Widescreen</PresentationFormat>
  <Paragraphs>64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SDN-in-a-Box</dc:title>
  <dc:subject>PptxGenJS Presentation</dc:subject>
  <dc:creator>Container Networking Team</dc:creator>
  <cp:lastModifiedBy>Prince Pereira</cp:lastModifiedBy>
  <cp:revision>3</cp:revision>
  <dcterms:created xsi:type="dcterms:W3CDTF">2026-09-21T10:11:04Z</dcterms:created>
  <dcterms:modified xsi:type="dcterms:W3CDTF">2026-09-21T12:09:57Z</dcterms:modified>
</cp:coreProperties>
</file>